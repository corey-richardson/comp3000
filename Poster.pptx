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4"/>
  </p:sldMasterIdLst>
  <p:notesMasterIdLst>
    <p:notesMasterId r:id="rId6"/>
  </p:notesMasterIdLst>
  <p:sldIdLst>
    <p:sldId id="257" r:id="rId5"/>
  </p:sldIdLst>
  <p:sldSz cx="30275213" cy="213836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735" userDrawn="1">
          <p15:clr>
            <a:srgbClr val="A4A3A4"/>
          </p15:clr>
        </p15:guide>
        <p15:guide id="2" pos="1045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56D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5958" autoAdjust="0"/>
  </p:normalViewPr>
  <p:slideViewPr>
    <p:cSldViewPr snapToGrid="0">
      <p:cViewPr varScale="1">
        <p:scale>
          <a:sx n="50" d="100"/>
          <a:sy n="50" d="100"/>
        </p:scale>
        <p:origin x="3216" y="48"/>
      </p:cViewPr>
      <p:guideLst>
        <p:guide orient="horz" pos="6735"/>
        <p:guide pos="1045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howGuides="1">
      <p:cViewPr varScale="1">
        <p:scale>
          <a:sx n="75" d="100"/>
          <a:sy n="75" d="100"/>
        </p:scale>
        <p:origin x="4008" y="78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0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0B2206F-7194-4E11-805A-5295AF5385CE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244600" y="1143000"/>
            <a:ext cx="4368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ADB113-0FB7-4D54-B6D0-41FA06BF0F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605683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2478488" rtl="0" eaLnBrk="1" latinLnBrk="0" hangingPunct="1">
      <a:defRPr sz="3253" kern="1200">
        <a:solidFill>
          <a:schemeClr val="tx1"/>
        </a:solidFill>
        <a:latin typeface="+mn-lt"/>
        <a:ea typeface="+mn-ea"/>
        <a:cs typeface="+mn-cs"/>
      </a:defRPr>
    </a:lvl1pPr>
    <a:lvl2pPr marL="1239244" algn="l" defTabSz="2478488" rtl="0" eaLnBrk="1" latinLnBrk="0" hangingPunct="1">
      <a:defRPr sz="3253" kern="1200">
        <a:solidFill>
          <a:schemeClr val="tx1"/>
        </a:solidFill>
        <a:latin typeface="+mn-lt"/>
        <a:ea typeface="+mn-ea"/>
        <a:cs typeface="+mn-cs"/>
      </a:defRPr>
    </a:lvl2pPr>
    <a:lvl3pPr marL="2478488" algn="l" defTabSz="2478488" rtl="0" eaLnBrk="1" latinLnBrk="0" hangingPunct="1">
      <a:defRPr sz="3253" kern="1200">
        <a:solidFill>
          <a:schemeClr val="tx1"/>
        </a:solidFill>
        <a:latin typeface="+mn-lt"/>
        <a:ea typeface="+mn-ea"/>
        <a:cs typeface="+mn-cs"/>
      </a:defRPr>
    </a:lvl3pPr>
    <a:lvl4pPr marL="3717735" algn="l" defTabSz="2478488" rtl="0" eaLnBrk="1" latinLnBrk="0" hangingPunct="1">
      <a:defRPr sz="3253" kern="1200">
        <a:solidFill>
          <a:schemeClr val="tx1"/>
        </a:solidFill>
        <a:latin typeface="+mn-lt"/>
        <a:ea typeface="+mn-ea"/>
        <a:cs typeface="+mn-cs"/>
      </a:defRPr>
    </a:lvl4pPr>
    <a:lvl5pPr marL="4956979" algn="l" defTabSz="2478488" rtl="0" eaLnBrk="1" latinLnBrk="0" hangingPunct="1">
      <a:defRPr sz="3253" kern="1200">
        <a:solidFill>
          <a:schemeClr val="tx1"/>
        </a:solidFill>
        <a:latin typeface="+mn-lt"/>
        <a:ea typeface="+mn-ea"/>
        <a:cs typeface="+mn-cs"/>
      </a:defRPr>
    </a:lvl5pPr>
    <a:lvl6pPr marL="6196223" algn="l" defTabSz="2478488" rtl="0" eaLnBrk="1" latinLnBrk="0" hangingPunct="1">
      <a:defRPr sz="3253" kern="1200">
        <a:solidFill>
          <a:schemeClr val="tx1"/>
        </a:solidFill>
        <a:latin typeface="+mn-lt"/>
        <a:ea typeface="+mn-ea"/>
        <a:cs typeface="+mn-cs"/>
      </a:defRPr>
    </a:lvl6pPr>
    <a:lvl7pPr marL="7435467" algn="l" defTabSz="2478488" rtl="0" eaLnBrk="1" latinLnBrk="0" hangingPunct="1">
      <a:defRPr sz="3253" kern="1200">
        <a:solidFill>
          <a:schemeClr val="tx1"/>
        </a:solidFill>
        <a:latin typeface="+mn-lt"/>
        <a:ea typeface="+mn-ea"/>
        <a:cs typeface="+mn-cs"/>
      </a:defRPr>
    </a:lvl7pPr>
    <a:lvl8pPr marL="8674710" algn="l" defTabSz="2478488" rtl="0" eaLnBrk="1" latinLnBrk="0" hangingPunct="1">
      <a:defRPr sz="3253" kern="1200">
        <a:solidFill>
          <a:schemeClr val="tx1"/>
        </a:solidFill>
        <a:latin typeface="+mn-lt"/>
        <a:ea typeface="+mn-ea"/>
        <a:cs typeface="+mn-cs"/>
      </a:defRPr>
    </a:lvl8pPr>
    <a:lvl9pPr marL="9913955" algn="l" defTabSz="2478488" rtl="0" eaLnBrk="1" latinLnBrk="0" hangingPunct="1">
      <a:defRPr sz="3253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70641" y="3499590"/>
            <a:ext cx="25733931" cy="7444669"/>
          </a:xfrm>
        </p:spPr>
        <p:txBody>
          <a:bodyPr anchor="b"/>
          <a:lstStyle>
            <a:lvl1pPr algn="ctr">
              <a:defRPr sz="1870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784402" y="11231355"/>
            <a:ext cx="22706410" cy="5162758"/>
          </a:xfrm>
        </p:spPr>
        <p:txBody>
          <a:bodyPr/>
          <a:lstStyle>
            <a:lvl1pPr marL="0" indent="0" algn="ctr">
              <a:buNone/>
              <a:defRPr sz="7483"/>
            </a:lvl1pPr>
            <a:lvl2pPr marL="1425595" indent="0" algn="ctr">
              <a:buNone/>
              <a:defRPr sz="6236"/>
            </a:lvl2pPr>
            <a:lvl3pPr marL="2851191" indent="0" algn="ctr">
              <a:buNone/>
              <a:defRPr sz="5613"/>
            </a:lvl3pPr>
            <a:lvl4pPr marL="4276786" indent="0" algn="ctr">
              <a:buNone/>
              <a:defRPr sz="4989"/>
            </a:lvl4pPr>
            <a:lvl5pPr marL="5702381" indent="0" algn="ctr">
              <a:buNone/>
              <a:defRPr sz="4989"/>
            </a:lvl5pPr>
            <a:lvl6pPr marL="7127977" indent="0" algn="ctr">
              <a:buNone/>
              <a:defRPr sz="4989"/>
            </a:lvl6pPr>
            <a:lvl7pPr marL="8553572" indent="0" algn="ctr">
              <a:buNone/>
              <a:defRPr sz="4989"/>
            </a:lvl7pPr>
            <a:lvl8pPr marL="9979167" indent="0" algn="ctr">
              <a:buNone/>
              <a:defRPr sz="4989"/>
            </a:lvl8pPr>
            <a:lvl9pPr marL="11404763" indent="0" algn="ctr">
              <a:buNone/>
              <a:defRPr sz="4989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81CABE-BD8A-4ED8-BE60-32148880DEC7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998FD9-7F7D-42BE-B639-3A1D2BE5E14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83968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81CABE-BD8A-4ED8-BE60-32148880DEC7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998FD9-7F7D-42BE-B639-3A1D2BE5E14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751971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65654" y="5331063"/>
            <a:ext cx="26112371" cy="8894992"/>
          </a:xfrm>
        </p:spPr>
        <p:txBody>
          <a:bodyPr anchor="b"/>
          <a:lstStyle>
            <a:lvl1pPr>
              <a:defRPr sz="1870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65654" y="14310205"/>
            <a:ext cx="26112371" cy="4677666"/>
          </a:xfrm>
        </p:spPr>
        <p:txBody>
          <a:bodyPr/>
          <a:lstStyle>
            <a:lvl1pPr marL="0" indent="0">
              <a:buNone/>
              <a:defRPr sz="7483">
                <a:solidFill>
                  <a:schemeClr val="tx1"/>
                </a:solidFill>
              </a:defRPr>
            </a:lvl1pPr>
            <a:lvl2pPr marL="1425595" indent="0">
              <a:buNone/>
              <a:defRPr sz="6236">
                <a:solidFill>
                  <a:schemeClr val="tx1">
                    <a:tint val="75000"/>
                  </a:schemeClr>
                </a:solidFill>
              </a:defRPr>
            </a:lvl2pPr>
            <a:lvl3pPr marL="2851191" indent="0">
              <a:buNone/>
              <a:defRPr sz="5613">
                <a:solidFill>
                  <a:schemeClr val="tx1">
                    <a:tint val="75000"/>
                  </a:schemeClr>
                </a:solidFill>
              </a:defRPr>
            </a:lvl3pPr>
            <a:lvl4pPr marL="4276786" indent="0">
              <a:buNone/>
              <a:defRPr sz="4989">
                <a:solidFill>
                  <a:schemeClr val="tx1">
                    <a:tint val="75000"/>
                  </a:schemeClr>
                </a:solidFill>
              </a:defRPr>
            </a:lvl4pPr>
            <a:lvl5pPr marL="5702381" indent="0">
              <a:buNone/>
              <a:defRPr sz="4989">
                <a:solidFill>
                  <a:schemeClr val="tx1">
                    <a:tint val="75000"/>
                  </a:schemeClr>
                </a:solidFill>
              </a:defRPr>
            </a:lvl5pPr>
            <a:lvl6pPr marL="7127977" indent="0">
              <a:buNone/>
              <a:defRPr sz="4989">
                <a:solidFill>
                  <a:schemeClr val="tx1">
                    <a:tint val="75000"/>
                  </a:schemeClr>
                </a:solidFill>
              </a:defRPr>
            </a:lvl6pPr>
            <a:lvl7pPr marL="8553572" indent="0">
              <a:buNone/>
              <a:defRPr sz="4989">
                <a:solidFill>
                  <a:schemeClr val="tx1">
                    <a:tint val="75000"/>
                  </a:schemeClr>
                </a:solidFill>
              </a:defRPr>
            </a:lvl7pPr>
            <a:lvl8pPr marL="9979167" indent="0">
              <a:buNone/>
              <a:defRPr sz="4989">
                <a:solidFill>
                  <a:schemeClr val="tx1">
                    <a:tint val="75000"/>
                  </a:schemeClr>
                </a:solidFill>
              </a:defRPr>
            </a:lvl8pPr>
            <a:lvl9pPr marL="11404763" indent="0">
              <a:buNone/>
              <a:defRPr sz="498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81CABE-BD8A-4ED8-BE60-32148880DEC7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998FD9-7F7D-42BE-B639-3A1D2BE5E14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97723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081421" y="5692400"/>
            <a:ext cx="12866966" cy="13567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326826" y="5692400"/>
            <a:ext cx="12866966" cy="13567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81CABE-BD8A-4ED8-BE60-32148880DEC7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998FD9-7F7D-42BE-B639-3A1D2BE5E14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21944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5364" y="1138485"/>
            <a:ext cx="26112371" cy="413317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5368" y="5241960"/>
            <a:ext cx="12807832" cy="2569003"/>
          </a:xfrm>
        </p:spPr>
        <p:txBody>
          <a:bodyPr anchor="b"/>
          <a:lstStyle>
            <a:lvl1pPr marL="0" indent="0">
              <a:buNone/>
              <a:defRPr sz="7483" b="1"/>
            </a:lvl1pPr>
            <a:lvl2pPr marL="1425595" indent="0">
              <a:buNone/>
              <a:defRPr sz="6236" b="1"/>
            </a:lvl2pPr>
            <a:lvl3pPr marL="2851191" indent="0">
              <a:buNone/>
              <a:defRPr sz="5613" b="1"/>
            </a:lvl3pPr>
            <a:lvl4pPr marL="4276786" indent="0">
              <a:buNone/>
              <a:defRPr sz="4989" b="1"/>
            </a:lvl4pPr>
            <a:lvl5pPr marL="5702381" indent="0">
              <a:buNone/>
              <a:defRPr sz="4989" b="1"/>
            </a:lvl5pPr>
            <a:lvl6pPr marL="7127977" indent="0">
              <a:buNone/>
              <a:defRPr sz="4989" b="1"/>
            </a:lvl6pPr>
            <a:lvl7pPr marL="8553572" indent="0">
              <a:buNone/>
              <a:defRPr sz="4989" b="1"/>
            </a:lvl7pPr>
            <a:lvl8pPr marL="9979167" indent="0">
              <a:buNone/>
              <a:defRPr sz="4989" b="1"/>
            </a:lvl8pPr>
            <a:lvl9pPr marL="11404763" indent="0">
              <a:buNone/>
              <a:defRPr sz="4989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85368" y="7810963"/>
            <a:ext cx="12807832" cy="11488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5326828" y="5241960"/>
            <a:ext cx="12870909" cy="2569003"/>
          </a:xfrm>
        </p:spPr>
        <p:txBody>
          <a:bodyPr anchor="b"/>
          <a:lstStyle>
            <a:lvl1pPr marL="0" indent="0">
              <a:buNone/>
              <a:defRPr sz="7483" b="1"/>
            </a:lvl1pPr>
            <a:lvl2pPr marL="1425595" indent="0">
              <a:buNone/>
              <a:defRPr sz="6236" b="1"/>
            </a:lvl2pPr>
            <a:lvl3pPr marL="2851191" indent="0">
              <a:buNone/>
              <a:defRPr sz="5613" b="1"/>
            </a:lvl3pPr>
            <a:lvl4pPr marL="4276786" indent="0">
              <a:buNone/>
              <a:defRPr sz="4989" b="1"/>
            </a:lvl4pPr>
            <a:lvl5pPr marL="5702381" indent="0">
              <a:buNone/>
              <a:defRPr sz="4989" b="1"/>
            </a:lvl5pPr>
            <a:lvl6pPr marL="7127977" indent="0">
              <a:buNone/>
              <a:defRPr sz="4989" b="1"/>
            </a:lvl6pPr>
            <a:lvl7pPr marL="8553572" indent="0">
              <a:buNone/>
              <a:defRPr sz="4989" b="1"/>
            </a:lvl7pPr>
            <a:lvl8pPr marL="9979167" indent="0">
              <a:buNone/>
              <a:defRPr sz="4989" b="1"/>
            </a:lvl8pPr>
            <a:lvl9pPr marL="11404763" indent="0">
              <a:buNone/>
              <a:defRPr sz="4989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5326828" y="7810963"/>
            <a:ext cx="12870909" cy="11488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81CABE-BD8A-4ED8-BE60-32148880DEC7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998FD9-7F7D-42BE-B639-3A1D2BE5E14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08748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81CABE-BD8A-4ED8-BE60-32148880DEC7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998FD9-7F7D-42BE-B639-3A1D2BE5E14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8454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81CABE-BD8A-4ED8-BE60-32148880DEC7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998FD9-7F7D-42BE-B639-3A1D2BE5E14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41395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5364" y="1425575"/>
            <a:ext cx="9764544" cy="4989513"/>
          </a:xfrm>
        </p:spPr>
        <p:txBody>
          <a:bodyPr anchor="b"/>
          <a:lstStyle>
            <a:lvl1pPr>
              <a:defRPr sz="997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870909" y="3078850"/>
            <a:ext cx="15326827" cy="15196234"/>
          </a:xfrm>
        </p:spPr>
        <p:txBody>
          <a:bodyPr/>
          <a:lstStyle>
            <a:lvl1pPr>
              <a:defRPr sz="9978"/>
            </a:lvl1pPr>
            <a:lvl2pPr>
              <a:defRPr sz="8731"/>
            </a:lvl2pPr>
            <a:lvl3pPr>
              <a:defRPr sz="7483"/>
            </a:lvl3pPr>
            <a:lvl4pPr>
              <a:defRPr sz="6236"/>
            </a:lvl4pPr>
            <a:lvl5pPr>
              <a:defRPr sz="6236"/>
            </a:lvl5pPr>
            <a:lvl6pPr>
              <a:defRPr sz="6236"/>
            </a:lvl6pPr>
            <a:lvl7pPr>
              <a:defRPr sz="6236"/>
            </a:lvl7pPr>
            <a:lvl8pPr>
              <a:defRPr sz="6236"/>
            </a:lvl8pPr>
            <a:lvl9pPr>
              <a:defRPr sz="6236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5364" y="6415088"/>
            <a:ext cx="9764544" cy="11884743"/>
          </a:xfrm>
        </p:spPr>
        <p:txBody>
          <a:bodyPr/>
          <a:lstStyle>
            <a:lvl1pPr marL="0" indent="0">
              <a:buNone/>
              <a:defRPr sz="4989"/>
            </a:lvl1pPr>
            <a:lvl2pPr marL="1425595" indent="0">
              <a:buNone/>
              <a:defRPr sz="4365"/>
            </a:lvl2pPr>
            <a:lvl3pPr marL="2851191" indent="0">
              <a:buNone/>
              <a:defRPr sz="3742"/>
            </a:lvl3pPr>
            <a:lvl4pPr marL="4276786" indent="0">
              <a:buNone/>
              <a:defRPr sz="3118"/>
            </a:lvl4pPr>
            <a:lvl5pPr marL="5702381" indent="0">
              <a:buNone/>
              <a:defRPr sz="3118"/>
            </a:lvl5pPr>
            <a:lvl6pPr marL="7127977" indent="0">
              <a:buNone/>
              <a:defRPr sz="3118"/>
            </a:lvl6pPr>
            <a:lvl7pPr marL="8553572" indent="0">
              <a:buNone/>
              <a:defRPr sz="3118"/>
            </a:lvl7pPr>
            <a:lvl8pPr marL="9979167" indent="0">
              <a:buNone/>
              <a:defRPr sz="3118"/>
            </a:lvl8pPr>
            <a:lvl9pPr marL="11404763" indent="0">
              <a:buNone/>
              <a:defRPr sz="3118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81CABE-BD8A-4ED8-BE60-32148880DEC7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998FD9-7F7D-42BE-B639-3A1D2BE5E14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319651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5364" y="1425575"/>
            <a:ext cx="9764544" cy="4989513"/>
          </a:xfrm>
        </p:spPr>
        <p:txBody>
          <a:bodyPr anchor="b"/>
          <a:lstStyle>
            <a:lvl1pPr>
              <a:defRPr sz="997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870909" y="3078850"/>
            <a:ext cx="15326827" cy="15196234"/>
          </a:xfrm>
        </p:spPr>
        <p:txBody>
          <a:bodyPr anchor="t"/>
          <a:lstStyle>
            <a:lvl1pPr marL="0" indent="0">
              <a:buNone/>
              <a:defRPr sz="9978"/>
            </a:lvl1pPr>
            <a:lvl2pPr marL="1425595" indent="0">
              <a:buNone/>
              <a:defRPr sz="8731"/>
            </a:lvl2pPr>
            <a:lvl3pPr marL="2851191" indent="0">
              <a:buNone/>
              <a:defRPr sz="7483"/>
            </a:lvl3pPr>
            <a:lvl4pPr marL="4276786" indent="0">
              <a:buNone/>
              <a:defRPr sz="6236"/>
            </a:lvl4pPr>
            <a:lvl5pPr marL="5702381" indent="0">
              <a:buNone/>
              <a:defRPr sz="6236"/>
            </a:lvl5pPr>
            <a:lvl6pPr marL="7127977" indent="0">
              <a:buNone/>
              <a:defRPr sz="6236"/>
            </a:lvl6pPr>
            <a:lvl7pPr marL="8553572" indent="0">
              <a:buNone/>
              <a:defRPr sz="6236"/>
            </a:lvl7pPr>
            <a:lvl8pPr marL="9979167" indent="0">
              <a:buNone/>
              <a:defRPr sz="6236"/>
            </a:lvl8pPr>
            <a:lvl9pPr marL="11404763" indent="0">
              <a:buNone/>
              <a:defRPr sz="6236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5364" y="6415088"/>
            <a:ext cx="9764544" cy="11884743"/>
          </a:xfrm>
        </p:spPr>
        <p:txBody>
          <a:bodyPr/>
          <a:lstStyle>
            <a:lvl1pPr marL="0" indent="0">
              <a:buNone/>
              <a:defRPr sz="4989"/>
            </a:lvl1pPr>
            <a:lvl2pPr marL="1425595" indent="0">
              <a:buNone/>
              <a:defRPr sz="4365"/>
            </a:lvl2pPr>
            <a:lvl3pPr marL="2851191" indent="0">
              <a:buNone/>
              <a:defRPr sz="3742"/>
            </a:lvl3pPr>
            <a:lvl4pPr marL="4276786" indent="0">
              <a:buNone/>
              <a:defRPr sz="3118"/>
            </a:lvl4pPr>
            <a:lvl5pPr marL="5702381" indent="0">
              <a:buNone/>
              <a:defRPr sz="3118"/>
            </a:lvl5pPr>
            <a:lvl6pPr marL="7127977" indent="0">
              <a:buNone/>
              <a:defRPr sz="3118"/>
            </a:lvl6pPr>
            <a:lvl7pPr marL="8553572" indent="0">
              <a:buNone/>
              <a:defRPr sz="3118"/>
            </a:lvl7pPr>
            <a:lvl8pPr marL="9979167" indent="0">
              <a:buNone/>
              <a:defRPr sz="3118"/>
            </a:lvl8pPr>
            <a:lvl9pPr marL="11404763" indent="0">
              <a:buNone/>
              <a:defRPr sz="3118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81CABE-BD8A-4ED8-BE60-32148880DEC7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998FD9-7F7D-42BE-B639-3A1D2BE5E14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196793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81CABE-BD8A-4ED8-BE60-32148880DEC7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998FD9-7F7D-42BE-B639-3A1D2BE5E14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28006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1665701" y="1138480"/>
            <a:ext cx="6528093" cy="1812163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081423" y="1138480"/>
            <a:ext cx="19205838" cy="1812163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81CABE-BD8A-4ED8-BE60-32148880DEC7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998FD9-7F7D-42BE-B639-3A1D2BE5E14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56140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081421" y="1138485"/>
            <a:ext cx="26112371" cy="413317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1421" y="5692400"/>
            <a:ext cx="26112371" cy="13567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081421" y="19819457"/>
            <a:ext cx="6811923" cy="11384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74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81CABE-BD8A-4ED8-BE60-32148880DEC7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028665" y="19819457"/>
            <a:ext cx="10217884" cy="11384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74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381869" y="19819457"/>
            <a:ext cx="6811923" cy="11384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74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D998FD9-7F7D-42BE-B639-3A1D2BE5E14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69954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2851191" rtl="0" eaLnBrk="1" latinLnBrk="0" hangingPunct="1">
        <a:lnSpc>
          <a:spcPct val="90000"/>
        </a:lnSpc>
        <a:spcBef>
          <a:spcPct val="0"/>
        </a:spcBef>
        <a:buNone/>
        <a:defRPr sz="1372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712798" indent="-712798" algn="l" defTabSz="2851191" rtl="0" eaLnBrk="1" latinLnBrk="0" hangingPunct="1">
        <a:lnSpc>
          <a:spcPct val="90000"/>
        </a:lnSpc>
        <a:spcBef>
          <a:spcPts val="3118"/>
        </a:spcBef>
        <a:buFont typeface="Arial" panose="020B0604020202020204" pitchFamily="34" charset="0"/>
        <a:buChar char="•"/>
        <a:defRPr sz="8731" kern="1200">
          <a:solidFill>
            <a:schemeClr val="tx1"/>
          </a:solidFill>
          <a:latin typeface="+mn-lt"/>
          <a:ea typeface="+mn-ea"/>
          <a:cs typeface="+mn-cs"/>
        </a:defRPr>
      </a:lvl1pPr>
      <a:lvl2pPr marL="2138393" indent="-712798" algn="l" defTabSz="2851191" rtl="0" eaLnBrk="1" latinLnBrk="0" hangingPunct="1">
        <a:lnSpc>
          <a:spcPct val="90000"/>
        </a:lnSpc>
        <a:spcBef>
          <a:spcPts val="1559"/>
        </a:spcBef>
        <a:buFont typeface="Arial" panose="020B0604020202020204" pitchFamily="34" charset="0"/>
        <a:buChar char="•"/>
        <a:defRPr sz="7483" kern="1200">
          <a:solidFill>
            <a:schemeClr val="tx1"/>
          </a:solidFill>
          <a:latin typeface="+mn-lt"/>
          <a:ea typeface="+mn-ea"/>
          <a:cs typeface="+mn-cs"/>
        </a:defRPr>
      </a:lvl2pPr>
      <a:lvl3pPr marL="3563988" indent="-712798" algn="l" defTabSz="2851191" rtl="0" eaLnBrk="1" latinLnBrk="0" hangingPunct="1">
        <a:lnSpc>
          <a:spcPct val="90000"/>
        </a:lnSpc>
        <a:spcBef>
          <a:spcPts val="1559"/>
        </a:spcBef>
        <a:buFont typeface="Arial" panose="020B0604020202020204" pitchFamily="34" charset="0"/>
        <a:buChar char="•"/>
        <a:defRPr sz="6236" kern="1200">
          <a:solidFill>
            <a:schemeClr val="tx1"/>
          </a:solidFill>
          <a:latin typeface="+mn-lt"/>
          <a:ea typeface="+mn-ea"/>
          <a:cs typeface="+mn-cs"/>
        </a:defRPr>
      </a:lvl3pPr>
      <a:lvl4pPr marL="4989584" indent="-712798" algn="l" defTabSz="2851191" rtl="0" eaLnBrk="1" latinLnBrk="0" hangingPunct="1">
        <a:lnSpc>
          <a:spcPct val="90000"/>
        </a:lnSpc>
        <a:spcBef>
          <a:spcPts val="1559"/>
        </a:spcBef>
        <a:buFont typeface="Arial" panose="020B0604020202020204" pitchFamily="34" charset="0"/>
        <a:buChar char="•"/>
        <a:defRPr sz="5613" kern="1200">
          <a:solidFill>
            <a:schemeClr val="tx1"/>
          </a:solidFill>
          <a:latin typeface="+mn-lt"/>
          <a:ea typeface="+mn-ea"/>
          <a:cs typeface="+mn-cs"/>
        </a:defRPr>
      </a:lvl4pPr>
      <a:lvl5pPr marL="6415179" indent="-712798" algn="l" defTabSz="2851191" rtl="0" eaLnBrk="1" latinLnBrk="0" hangingPunct="1">
        <a:lnSpc>
          <a:spcPct val="90000"/>
        </a:lnSpc>
        <a:spcBef>
          <a:spcPts val="1559"/>
        </a:spcBef>
        <a:buFont typeface="Arial" panose="020B0604020202020204" pitchFamily="34" charset="0"/>
        <a:buChar char="•"/>
        <a:defRPr sz="5613" kern="1200">
          <a:solidFill>
            <a:schemeClr val="tx1"/>
          </a:solidFill>
          <a:latin typeface="+mn-lt"/>
          <a:ea typeface="+mn-ea"/>
          <a:cs typeface="+mn-cs"/>
        </a:defRPr>
      </a:lvl5pPr>
      <a:lvl6pPr marL="7840774" indent="-712798" algn="l" defTabSz="2851191" rtl="0" eaLnBrk="1" latinLnBrk="0" hangingPunct="1">
        <a:lnSpc>
          <a:spcPct val="90000"/>
        </a:lnSpc>
        <a:spcBef>
          <a:spcPts val="1559"/>
        </a:spcBef>
        <a:buFont typeface="Arial" panose="020B0604020202020204" pitchFamily="34" charset="0"/>
        <a:buChar char="•"/>
        <a:defRPr sz="5613" kern="1200">
          <a:solidFill>
            <a:schemeClr val="tx1"/>
          </a:solidFill>
          <a:latin typeface="+mn-lt"/>
          <a:ea typeface="+mn-ea"/>
          <a:cs typeface="+mn-cs"/>
        </a:defRPr>
      </a:lvl6pPr>
      <a:lvl7pPr marL="9266370" indent="-712798" algn="l" defTabSz="2851191" rtl="0" eaLnBrk="1" latinLnBrk="0" hangingPunct="1">
        <a:lnSpc>
          <a:spcPct val="90000"/>
        </a:lnSpc>
        <a:spcBef>
          <a:spcPts val="1559"/>
        </a:spcBef>
        <a:buFont typeface="Arial" panose="020B0604020202020204" pitchFamily="34" charset="0"/>
        <a:buChar char="•"/>
        <a:defRPr sz="5613" kern="1200">
          <a:solidFill>
            <a:schemeClr val="tx1"/>
          </a:solidFill>
          <a:latin typeface="+mn-lt"/>
          <a:ea typeface="+mn-ea"/>
          <a:cs typeface="+mn-cs"/>
        </a:defRPr>
      </a:lvl7pPr>
      <a:lvl8pPr marL="10691965" indent="-712798" algn="l" defTabSz="2851191" rtl="0" eaLnBrk="1" latinLnBrk="0" hangingPunct="1">
        <a:lnSpc>
          <a:spcPct val="90000"/>
        </a:lnSpc>
        <a:spcBef>
          <a:spcPts val="1559"/>
        </a:spcBef>
        <a:buFont typeface="Arial" panose="020B0604020202020204" pitchFamily="34" charset="0"/>
        <a:buChar char="•"/>
        <a:defRPr sz="5613" kern="1200">
          <a:solidFill>
            <a:schemeClr val="tx1"/>
          </a:solidFill>
          <a:latin typeface="+mn-lt"/>
          <a:ea typeface="+mn-ea"/>
          <a:cs typeface="+mn-cs"/>
        </a:defRPr>
      </a:lvl8pPr>
      <a:lvl9pPr marL="12117560" indent="-712798" algn="l" defTabSz="2851191" rtl="0" eaLnBrk="1" latinLnBrk="0" hangingPunct="1">
        <a:lnSpc>
          <a:spcPct val="90000"/>
        </a:lnSpc>
        <a:spcBef>
          <a:spcPts val="1559"/>
        </a:spcBef>
        <a:buFont typeface="Arial" panose="020B0604020202020204" pitchFamily="34" charset="0"/>
        <a:buChar char="•"/>
        <a:defRPr sz="561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851191" rtl="0" eaLnBrk="1" latinLnBrk="0" hangingPunct="1">
        <a:defRPr sz="5613" kern="1200">
          <a:solidFill>
            <a:schemeClr val="tx1"/>
          </a:solidFill>
          <a:latin typeface="+mn-lt"/>
          <a:ea typeface="+mn-ea"/>
          <a:cs typeface="+mn-cs"/>
        </a:defRPr>
      </a:lvl1pPr>
      <a:lvl2pPr marL="1425595" algn="l" defTabSz="2851191" rtl="0" eaLnBrk="1" latinLnBrk="0" hangingPunct="1">
        <a:defRPr sz="5613" kern="1200">
          <a:solidFill>
            <a:schemeClr val="tx1"/>
          </a:solidFill>
          <a:latin typeface="+mn-lt"/>
          <a:ea typeface="+mn-ea"/>
          <a:cs typeface="+mn-cs"/>
        </a:defRPr>
      </a:lvl2pPr>
      <a:lvl3pPr marL="2851191" algn="l" defTabSz="2851191" rtl="0" eaLnBrk="1" latinLnBrk="0" hangingPunct="1">
        <a:defRPr sz="5613" kern="1200">
          <a:solidFill>
            <a:schemeClr val="tx1"/>
          </a:solidFill>
          <a:latin typeface="+mn-lt"/>
          <a:ea typeface="+mn-ea"/>
          <a:cs typeface="+mn-cs"/>
        </a:defRPr>
      </a:lvl3pPr>
      <a:lvl4pPr marL="4276786" algn="l" defTabSz="2851191" rtl="0" eaLnBrk="1" latinLnBrk="0" hangingPunct="1">
        <a:defRPr sz="5613" kern="1200">
          <a:solidFill>
            <a:schemeClr val="tx1"/>
          </a:solidFill>
          <a:latin typeface="+mn-lt"/>
          <a:ea typeface="+mn-ea"/>
          <a:cs typeface="+mn-cs"/>
        </a:defRPr>
      </a:lvl4pPr>
      <a:lvl5pPr marL="5702381" algn="l" defTabSz="2851191" rtl="0" eaLnBrk="1" latinLnBrk="0" hangingPunct="1">
        <a:defRPr sz="5613" kern="1200">
          <a:solidFill>
            <a:schemeClr val="tx1"/>
          </a:solidFill>
          <a:latin typeface="+mn-lt"/>
          <a:ea typeface="+mn-ea"/>
          <a:cs typeface="+mn-cs"/>
        </a:defRPr>
      </a:lvl5pPr>
      <a:lvl6pPr marL="7127977" algn="l" defTabSz="2851191" rtl="0" eaLnBrk="1" latinLnBrk="0" hangingPunct="1">
        <a:defRPr sz="5613" kern="1200">
          <a:solidFill>
            <a:schemeClr val="tx1"/>
          </a:solidFill>
          <a:latin typeface="+mn-lt"/>
          <a:ea typeface="+mn-ea"/>
          <a:cs typeface="+mn-cs"/>
        </a:defRPr>
      </a:lvl6pPr>
      <a:lvl7pPr marL="8553572" algn="l" defTabSz="2851191" rtl="0" eaLnBrk="1" latinLnBrk="0" hangingPunct="1">
        <a:defRPr sz="5613" kern="1200">
          <a:solidFill>
            <a:schemeClr val="tx1"/>
          </a:solidFill>
          <a:latin typeface="+mn-lt"/>
          <a:ea typeface="+mn-ea"/>
          <a:cs typeface="+mn-cs"/>
        </a:defRPr>
      </a:lvl7pPr>
      <a:lvl8pPr marL="9979167" algn="l" defTabSz="2851191" rtl="0" eaLnBrk="1" latinLnBrk="0" hangingPunct="1">
        <a:defRPr sz="5613" kern="1200">
          <a:solidFill>
            <a:schemeClr val="tx1"/>
          </a:solidFill>
          <a:latin typeface="+mn-lt"/>
          <a:ea typeface="+mn-ea"/>
          <a:cs typeface="+mn-cs"/>
        </a:defRPr>
      </a:lvl8pPr>
      <a:lvl9pPr marL="11404763" algn="l" defTabSz="2851191" rtl="0" eaLnBrk="1" latinLnBrk="0" hangingPunct="1">
        <a:defRPr sz="561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8B0E3389-7BCD-162C-E6F1-5EB268691827}"/>
              </a:ext>
            </a:extLst>
          </p:cNvPr>
          <p:cNvSpPr/>
          <p:nvPr/>
        </p:nvSpPr>
        <p:spPr>
          <a:xfrm>
            <a:off x="1306486" y="3859697"/>
            <a:ext cx="8632969" cy="14106754"/>
          </a:xfrm>
          <a:prstGeom prst="roundRect">
            <a:avLst>
              <a:gd name="adj" fmla="val 12430"/>
            </a:avLst>
          </a:prstGeom>
          <a:solidFill>
            <a:schemeClr val="bg1"/>
          </a:solidFill>
          <a:ln w="76200">
            <a:solidFill>
              <a:srgbClr val="356DF1"/>
            </a:solidFill>
          </a:ln>
          <a:effectLst>
            <a:outerShdw blurRad="50800" dist="63500" dir="2700000" algn="tl" rotWithShape="0">
              <a:srgbClr val="356DF1">
                <a:alpha val="4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3E3FF34-0008-610F-ADF7-8DEFB5A37705}"/>
              </a:ext>
            </a:extLst>
          </p:cNvPr>
          <p:cNvSpPr txBox="1"/>
          <p:nvPr/>
        </p:nvSpPr>
        <p:spPr>
          <a:xfrm>
            <a:off x="5124743" y="18069334"/>
            <a:ext cx="13142494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0" b="1" dirty="0"/>
              <a:t>Corey Richardson</a:t>
            </a:r>
          </a:p>
          <a:p>
            <a:r>
              <a:rPr lang="en-GB" sz="4800" b="1" dirty="0"/>
              <a:t>corey.richardson@students.plymouth.ac.uk</a:t>
            </a:r>
          </a:p>
          <a:p>
            <a:r>
              <a:rPr lang="en-GB" sz="4800" dirty="0"/>
              <a:t>BSc Computer Science (Software Engineering) 2026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DEFE9B0-8F21-6E09-9918-B269E041F0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76873" y="-371608"/>
            <a:ext cx="7456369" cy="391189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318FC8F-B28E-4FFB-8309-9B4C2D65F2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97279" y="18184685"/>
            <a:ext cx="3322215" cy="290693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0767E1AF-A93F-E580-95CC-B26F3BE98CB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29151" y="18486726"/>
            <a:ext cx="1760219" cy="1760219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A381E5E5-C642-26F7-E674-F3F0C35CC9A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89370" y="18184685"/>
            <a:ext cx="2824332" cy="268311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59D763B3-163B-A99D-ADF5-8E482D70D5F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13702" y="18486726"/>
            <a:ext cx="3055021" cy="1868814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A82CA36-729C-ADA3-46D7-3A1532C6853D}"/>
              </a:ext>
            </a:extLst>
          </p:cNvPr>
          <p:cNvSpPr txBox="1"/>
          <p:nvPr/>
        </p:nvSpPr>
        <p:spPr>
          <a:xfrm>
            <a:off x="6840314" y="616407"/>
            <a:ext cx="16594577" cy="2923877"/>
          </a:xfrm>
          <a:prstGeom prst="rect">
            <a:avLst/>
          </a:prstGeom>
          <a:noFill/>
          <a:effectLst>
            <a:outerShdw blurRad="50800" dist="63500" dir="2700000" algn="tl" rotWithShape="0">
              <a:srgbClr val="356DF1">
                <a:alpha val="71000"/>
              </a:srgbClr>
            </a:outerShdw>
          </a:effectLst>
        </p:spPr>
        <p:txBody>
          <a:bodyPr wrap="square" rtlCol="0">
            <a:spAutoFit/>
          </a:bodyPr>
          <a:lstStyle/>
          <a:p>
            <a:pPr algn="ctr"/>
            <a:r>
              <a:rPr lang="en-GB" sz="9600" b="1" dirty="0">
                <a:latin typeface="Quicksand" pitchFamily="2" charset="0"/>
              </a:rPr>
              <a:t>Archery Scorekeeper </a:t>
            </a:r>
            <a:r>
              <a:rPr lang="en-GB" sz="8800" b="1" dirty="0">
                <a:latin typeface="Quicksand" pitchFamily="2" charset="0"/>
              </a:rPr>
              <a:t>and Club Management Tool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1B41311-C436-21B9-F8BD-3B0733367C4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861367" y="16718130"/>
            <a:ext cx="4573527" cy="146655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AACAE3F-00ED-C56E-870C-AFD75B077BF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98982" y="16699143"/>
            <a:ext cx="5076752" cy="130726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E3B3A26-E243-0A3E-3719-93A6B5557BE7}"/>
              </a:ext>
            </a:extLst>
          </p:cNvPr>
          <p:cNvSpPr txBox="1"/>
          <p:nvPr/>
        </p:nvSpPr>
        <p:spPr>
          <a:xfrm>
            <a:off x="1510050" y="4096230"/>
            <a:ext cx="8225840" cy="65556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>
                <a:latin typeface="Quicksand" pitchFamily="2" charset="0"/>
              </a:rPr>
              <a:t>Archery clubs are largely volunteer-led. The </a:t>
            </a:r>
            <a:r>
              <a:rPr lang="en-GB" sz="2800" b="1" dirty="0">
                <a:latin typeface="Quicksand" pitchFamily="2" charset="0"/>
              </a:rPr>
              <a:t>Archery Scorekeeper</a:t>
            </a:r>
            <a:r>
              <a:rPr lang="en-GB" sz="2800" dirty="0">
                <a:latin typeface="Quicksand" pitchFamily="2" charset="0"/>
              </a:rPr>
              <a:t> system acts as a digital secretary to assist these volunteers with the management of the club, handling archers’ score submissions and membership records.</a:t>
            </a:r>
          </a:p>
          <a:p>
            <a:pPr algn="ctr"/>
            <a:endParaRPr lang="en-GB" sz="2800" dirty="0">
              <a:latin typeface="Quicksand" pitchFamily="2" charset="0"/>
            </a:endParaRPr>
          </a:p>
          <a:p>
            <a:pPr algn="ctr"/>
            <a:r>
              <a:rPr lang="en-GB" sz="2800" dirty="0">
                <a:latin typeface="Quicksand" pitchFamily="2" charset="0"/>
              </a:rPr>
              <a:t>With the traditional pen and paper or Excel spreadsheet method of managing scores, club Records Officers can spend </a:t>
            </a:r>
            <a:r>
              <a:rPr lang="en-GB" sz="2800" b="1" dirty="0">
                <a:latin typeface="Quicksand" pitchFamily="2" charset="0"/>
              </a:rPr>
              <a:t>hours</a:t>
            </a:r>
            <a:r>
              <a:rPr lang="en-GB" sz="2800" dirty="0">
                <a:latin typeface="Quicksand" pitchFamily="2" charset="0"/>
              </a:rPr>
              <a:t> staring at handicap tables and cross-referencing values against classification tables. This system </a:t>
            </a:r>
            <a:r>
              <a:rPr lang="en-GB" sz="2800" b="1" dirty="0">
                <a:latin typeface="Quicksand" pitchFamily="2" charset="0"/>
              </a:rPr>
              <a:t>automates this process</a:t>
            </a:r>
            <a:r>
              <a:rPr lang="en-GB" sz="2800" dirty="0">
                <a:latin typeface="Quicksand" pitchFamily="2" charset="0"/>
              </a:rPr>
              <a:t> by passing the user submitted scores directly to a Flask container to perform the </a:t>
            </a:r>
            <a:r>
              <a:rPr lang="en-GB" sz="2800" b="1" dirty="0">
                <a:latin typeface="Quicksand" pitchFamily="2" charset="0"/>
              </a:rPr>
              <a:t>domain-specific calculations</a:t>
            </a:r>
            <a:r>
              <a:rPr lang="en-GB" sz="2800" dirty="0">
                <a:latin typeface="Quicksand" pitchFamily="2" charset="0"/>
              </a:rPr>
              <a:t> and return the results </a:t>
            </a:r>
            <a:r>
              <a:rPr lang="en-GB" sz="2800" b="1" dirty="0">
                <a:latin typeface="Quicksand" pitchFamily="2" charset="0"/>
              </a:rPr>
              <a:t>instantly</a:t>
            </a:r>
            <a:r>
              <a:rPr lang="en-GB" sz="2800" dirty="0">
                <a:latin typeface="Quicksand" pitchFamily="2" charset="0"/>
              </a:rPr>
              <a:t> to the archer.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13F8793-6CBA-9F12-E33C-C3963835E5AC}"/>
              </a:ext>
            </a:extLst>
          </p:cNvPr>
          <p:cNvSpPr/>
          <p:nvPr/>
        </p:nvSpPr>
        <p:spPr>
          <a:xfrm>
            <a:off x="10821120" y="3842325"/>
            <a:ext cx="8632969" cy="12573762"/>
          </a:xfrm>
          <a:prstGeom prst="roundRect">
            <a:avLst>
              <a:gd name="adj" fmla="val 12430"/>
            </a:avLst>
          </a:prstGeom>
          <a:solidFill>
            <a:schemeClr val="bg1"/>
          </a:solidFill>
          <a:ln w="76200">
            <a:solidFill>
              <a:srgbClr val="356DF1"/>
            </a:solidFill>
          </a:ln>
          <a:effectLst>
            <a:outerShdw blurRad="50800" dist="63500" dir="2700000" algn="tl" rotWithShape="0">
              <a:srgbClr val="356DF1">
                <a:alpha val="4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8E5BF521-322A-BA17-BE4B-3E72B04FA376}"/>
              </a:ext>
            </a:extLst>
          </p:cNvPr>
          <p:cNvSpPr/>
          <p:nvPr/>
        </p:nvSpPr>
        <p:spPr>
          <a:xfrm>
            <a:off x="20335754" y="3933548"/>
            <a:ext cx="8632969" cy="12482539"/>
          </a:xfrm>
          <a:prstGeom prst="roundRect">
            <a:avLst>
              <a:gd name="adj" fmla="val 12430"/>
            </a:avLst>
          </a:prstGeom>
          <a:solidFill>
            <a:schemeClr val="bg1"/>
          </a:solidFill>
          <a:ln w="76200">
            <a:solidFill>
              <a:srgbClr val="356DF1"/>
            </a:solidFill>
          </a:ln>
          <a:effectLst>
            <a:outerShdw blurRad="50800" dist="63500" dir="2700000" algn="tl" rotWithShape="0">
              <a:srgbClr val="356DF1">
                <a:alpha val="4000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A31D62C-36B3-4B94-1558-A1287D69F87B}"/>
              </a:ext>
            </a:extLst>
          </p:cNvPr>
          <p:cNvSpPr txBox="1"/>
          <p:nvPr/>
        </p:nvSpPr>
        <p:spPr>
          <a:xfrm>
            <a:off x="11024682" y="4050619"/>
            <a:ext cx="8225840" cy="121571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>
                <a:latin typeface="Quicksand" pitchFamily="2" charset="0"/>
              </a:rPr>
              <a:t>The system uses a multiple layer security methodology. Access to the website is governed by </a:t>
            </a:r>
            <a:r>
              <a:rPr lang="en-GB" sz="2800" b="1" dirty="0">
                <a:latin typeface="Quicksand" pitchFamily="2" charset="0"/>
              </a:rPr>
              <a:t>JWT Authentication</a:t>
            </a:r>
            <a:r>
              <a:rPr lang="en-GB" sz="2800" dirty="0">
                <a:latin typeface="Quicksand" pitchFamily="2" charset="0"/>
              </a:rPr>
              <a:t>, handled by a </a:t>
            </a:r>
            <a:r>
              <a:rPr lang="en-GB" sz="2800" b="1" dirty="0">
                <a:latin typeface="Quicksand" pitchFamily="2" charset="0"/>
              </a:rPr>
              <a:t>React Context Hook</a:t>
            </a:r>
            <a:r>
              <a:rPr lang="en-GB" sz="2800" dirty="0">
                <a:latin typeface="Quicksand" pitchFamily="2" charset="0"/>
              </a:rPr>
              <a:t> and persisted in local storage. The hook injects the </a:t>
            </a:r>
            <a:r>
              <a:rPr lang="en-GB" sz="2800" b="1" dirty="0">
                <a:latin typeface="Quicksand" pitchFamily="2" charset="0"/>
              </a:rPr>
              <a:t>authentication header</a:t>
            </a:r>
            <a:r>
              <a:rPr lang="en-GB" sz="2800" dirty="0">
                <a:latin typeface="Quicksand" pitchFamily="2" charset="0"/>
              </a:rPr>
              <a:t> into any </a:t>
            </a:r>
            <a:r>
              <a:rPr lang="en-GB" sz="2800" b="1" dirty="0">
                <a:latin typeface="Quicksand" pitchFamily="2" charset="0"/>
              </a:rPr>
              <a:t>API request</a:t>
            </a:r>
            <a:r>
              <a:rPr lang="en-GB" sz="2800" dirty="0">
                <a:latin typeface="Quicksand" pitchFamily="2" charset="0"/>
              </a:rPr>
              <a:t>, and the </a:t>
            </a:r>
            <a:r>
              <a:rPr lang="en-GB" sz="2800" b="1" dirty="0">
                <a:latin typeface="Quicksand" pitchFamily="2" charset="0"/>
              </a:rPr>
              <a:t>middleware</a:t>
            </a:r>
            <a:r>
              <a:rPr lang="en-GB" sz="2800" dirty="0">
                <a:latin typeface="Quicksand" pitchFamily="2" charset="0"/>
              </a:rPr>
              <a:t> blocks any request with a missing or invalid token. This is bolstered by an </a:t>
            </a:r>
            <a:r>
              <a:rPr lang="en-GB" sz="2800" b="1" dirty="0">
                <a:latin typeface="Quicksand" pitchFamily="2" charset="0"/>
              </a:rPr>
              <a:t>API-first Security</a:t>
            </a:r>
            <a:r>
              <a:rPr lang="en-GB" sz="2800" dirty="0">
                <a:latin typeface="Quicksand" pitchFamily="2" charset="0"/>
              </a:rPr>
              <a:t> architecture, with the Express backend stripping PII from the return values during the data serialisation phase, evaluated by the </a:t>
            </a:r>
            <a:r>
              <a:rPr lang="en-GB" sz="2800" b="1" dirty="0">
                <a:latin typeface="Quicksand" pitchFamily="2" charset="0"/>
              </a:rPr>
              <a:t>Role Based Access Control</a:t>
            </a:r>
            <a:r>
              <a:rPr lang="en-GB" sz="2800" dirty="0">
                <a:latin typeface="Quicksand" pitchFamily="2" charset="0"/>
              </a:rPr>
              <a:t> permission level of the requestor.</a:t>
            </a:r>
          </a:p>
          <a:p>
            <a:pPr algn="ctr"/>
            <a:endParaRPr lang="en-GB" sz="2800" dirty="0">
              <a:latin typeface="Quicksand" pitchFamily="2" charset="0"/>
            </a:endParaRPr>
          </a:p>
          <a:p>
            <a:pPr algn="ctr"/>
            <a:r>
              <a:rPr lang="en-GB" sz="2800" dirty="0">
                <a:latin typeface="Quicksand" pitchFamily="2" charset="0"/>
              </a:rPr>
              <a:t>RBAC allows the members of a club to </a:t>
            </a:r>
            <a:r>
              <a:rPr lang="en-GB" sz="2800" b="1" dirty="0">
                <a:latin typeface="Quicksand" pitchFamily="2" charset="0"/>
              </a:rPr>
              <a:t>securely manage and own their own data profiles</a:t>
            </a:r>
            <a:r>
              <a:rPr lang="en-GB" sz="2800" dirty="0">
                <a:latin typeface="Quicksand" pitchFamily="2" charset="0"/>
              </a:rPr>
              <a:t>, whilst club officer roles giving volunteers access to </a:t>
            </a:r>
            <a:r>
              <a:rPr lang="en-GB" sz="2800" b="1" dirty="0">
                <a:latin typeface="Quicksand" pitchFamily="2" charset="0"/>
              </a:rPr>
              <a:t>specialised features</a:t>
            </a:r>
            <a:r>
              <a:rPr lang="en-GB" sz="2800" dirty="0">
                <a:latin typeface="Quicksand" pitchFamily="2" charset="0"/>
              </a:rPr>
              <a:t> which allow them to perform the duties of their role; Records Officers can </a:t>
            </a:r>
            <a:r>
              <a:rPr lang="en-GB" sz="2800" b="1" dirty="0">
                <a:latin typeface="Quicksand" pitchFamily="2" charset="0"/>
              </a:rPr>
              <a:t>manage scores</a:t>
            </a:r>
            <a:r>
              <a:rPr lang="en-GB" sz="2800" dirty="0">
                <a:latin typeface="Quicksand" pitchFamily="2" charset="0"/>
              </a:rPr>
              <a:t>, Admins can </a:t>
            </a:r>
            <a:r>
              <a:rPr lang="en-GB" sz="2800" b="1" dirty="0">
                <a:latin typeface="Quicksand" pitchFamily="2" charset="0"/>
              </a:rPr>
              <a:t>validate memberships</a:t>
            </a:r>
            <a:r>
              <a:rPr lang="en-GB" sz="2800" dirty="0">
                <a:latin typeface="Quicksand" pitchFamily="2" charset="0"/>
              </a:rPr>
              <a:t>, coaches can track journals that an archer keeps for </a:t>
            </a:r>
            <a:r>
              <a:rPr lang="en-GB" sz="2800" b="1" dirty="0">
                <a:latin typeface="Quicksand" pitchFamily="2" charset="0"/>
              </a:rPr>
              <a:t>performance metrics</a:t>
            </a:r>
            <a:r>
              <a:rPr lang="en-GB" sz="2800" dirty="0">
                <a:latin typeface="Quicksand" pitchFamily="2" charset="0"/>
              </a:rPr>
              <a:t>.</a:t>
            </a:r>
          </a:p>
          <a:p>
            <a:pPr algn="ctr"/>
            <a:endParaRPr lang="en-GB" sz="2800" dirty="0">
              <a:latin typeface="Quicksand" pitchFamily="2" charset="0"/>
            </a:endParaRPr>
          </a:p>
          <a:p>
            <a:pPr algn="ctr"/>
            <a:r>
              <a:rPr lang="en-GB" sz="2800" dirty="0">
                <a:latin typeface="Quicksand" pitchFamily="2" charset="0"/>
              </a:rPr>
              <a:t>Data is further shielded by the </a:t>
            </a:r>
            <a:r>
              <a:rPr lang="en-GB" sz="2800" b="1" dirty="0">
                <a:latin typeface="Quicksand" pitchFamily="2" charset="0"/>
              </a:rPr>
              <a:t>Dockerised</a:t>
            </a:r>
            <a:r>
              <a:rPr lang="en-GB" sz="2800" dirty="0">
                <a:latin typeface="Quicksand" pitchFamily="2" charset="0"/>
              </a:rPr>
              <a:t> infrastructure, hosting the PostgreSQL database alongside the microservices on an </a:t>
            </a:r>
            <a:r>
              <a:rPr lang="en-GB" sz="2800" b="1" dirty="0">
                <a:latin typeface="Quicksand" pitchFamily="2" charset="0"/>
              </a:rPr>
              <a:t>isolated virtual bridge network</a:t>
            </a:r>
            <a:r>
              <a:rPr lang="en-GB" sz="2800" dirty="0">
                <a:latin typeface="Quicksand" pitchFamily="2" charset="0"/>
              </a:rPr>
              <a:t>, keeping sensitive data traffic internal on the server on a closed loop, off of the public internet during calculations.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91B4DAEE-BB54-0984-70F2-A3DAADF0E40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20322" y="15745308"/>
            <a:ext cx="4035852" cy="4035852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FB8610EF-FA00-9316-395A-7528362D3A78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749043" y="10971284"/>
            <a:ext cx="7747853" cy="6324778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8240C629-431B-F115-F4C1-97DBBC5C1A7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0907117" y="4405240"/>
            <a:ext cx="7490241" cy="7546718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7739C2D0-FBEF-CE04-9EA2-558CA090EB31}"/>
              </a:ext>
            </a:extLst>
          </p:cNvPr>
          <p:cNvSpPr txBox="1"/>
          <p:nvPr/>
        </p:nvSpPr>
        <p:spPr>
          <a:xfrm>
            <a:off x="20539317" y="12579401"/>
            <a:ext cx="8225840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>
                <a:latin typeface="Quicksand" pitchFamily="2" charset="0"/>
              </a:rPr>
              <a:t>The system utilises a full-stack </a:t>
            </a:r>
            <a:r>
              <a:rPr lang="en-GB" sz="2800" b="1" dirty="0">
                <a:latin typeface="Quicksand" pitchFamily="2" charset="0"/>
              </a:rPr>
              <a:t>PERN</a:t>
            </a:r>
            <a:r>
              <a:rPr lang="en-GB" sz="2800" dirty="0">
                <a:latin typeface="Quicksand" pitchFamily="2" charset="0"/>
              </a:rPr>
              <a:t> based architecture, using the </a:t>
            </a:r>
            <a:r>
              <a:rPr lang="en-GB" sz="2800" b="1" dirty="0">
                <a:latin typeface="Quicksand" pitchFamily="2" charset="0"/>
              </a:rPr>
              <a:t>Prisma ORM</a:t>
            </a:r>
            <a:r>
              <a:rPr lang="en-GB" sz="2800" dirty="0">
                <a:latin typeface="Quicksand" pitchFamily="2" charset="0"/>
              </a:rPr>
              <a:t> for type-safe data models. </a:t>
            </a:r>
            <a:r>
              <a:rPr lang="en-GB" sz="2800" b="1" dirty="0">
                <a:latin typeface="Quicksand" pitchFamily="2" charset="0"/>
              </a:rPr>
              <a:t>Docker</a:t>
            </a:r>
            <a:r>
              <a:rPr lang="en-GB" sz="2800" dirty="0">
                <a:latin typeface="Quicksand" pitchFamily="2" charset="0"/>
              </a:rPr>
              <a:t> is used to containerise and orchestrate communications between the frontend, backend, database and a </a:t>
            </a:r>
            <a:r>
              <a:rPr lang="en-GB" sz="2800" b="1" dirty="0">
                <a:latin typeface="Quicksand" pitchFamily="2" charset="0"/>
              </a:rPr>
              <a:t>Python Flask</a:t>
            </a:r>
            <a:r>
              <a:rPr lang="en-GB" sz="2800" dirty="0">
                <a:latin typeface="Quicksand" pitchFamily="2" charset="0"/>
              </a:rPr>
              <a:t> microservice container, running the </a:t>
            </a:r>
            <a:r>
              <a:rPr lang="en-GB" sz="2800" b="1" dirty="0">
                <a:latin typeface="Quicksand" pitchFamily="2" charset="0"/>
              </a:rPr>
              <a:t>archeryutils</a:t>
            </a:r>
            <a:r>
              <a:rPr lang="en-GB" sz="2800" dirty="0">
                <a:latin typeface="Quicksand" pitchFamily="2" charset="0"/>
              </a:rPr>
              <a:t> library to handle the automated classification assignments and handicapping.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8AF95448-B0D5-A7F3-0F1F-2117F3C348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4726177" y="16652525"/>
            <a:ext cx="9452353" cy="9462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951754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83530F9ADBD1D48AC3974C37B1F16E8" ma:contentTypeVersion="24" ma:contentTypeDescription="Create a new document." ma:contentTypeScope="" ma:versionID="70394ba201040ca3d815e3c4f7012274">
  <xsd:schema xmlns:xsd="http://www.w3.org/2001/XMLSchema" xmlns:xs="http://www.w3.org/2001/XMLSchema" xmlns:p="http://schemas.microsoft.com/office/2006/metadata/properties" xmlns:ns3="72339acb-e8cc-4142-9dab-9dca3e7dada8" xmlns:ns4="dc781de3-bafc-4db7-a392-5d8a9e9bc0f5" targetNamespace="http://schemas.microsoft.com/office/2006/metadata/properties" ma:root="true" ma:fieldsID="d0d4fd1207dbf170f06c018f7c6b1e9a" ns3:_="" ns4:_="">
    <xsd:import namespace="72339acb-e8cc-4142-9dab-9dca3e7dada8"/>
    <xsd:import namespace="dc781de3-bafc-4db7-a392-5d8a9e9bc0f5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3:SharingHintHash" minOccurs="0"/>
                <xsd:element ref="ns4:NotebookType" minOccurs="0"/>
                <xsd:element ref="ns4:FolderType" minOccurs="0"/>
                <xsd:element ref="ns4:Owner" minOccurs="0"/>
                <xsd:element ref="ns4:DefaultSectionNames" minOccurs="0"/>
                <xsd:element ref="ns4:AppVersion" minOccurs="0"/>
                <xsd:element ref="ns4:Teachers" minOccurs="0"/>
                <xsd:element ref="ns4:Students" minOccurs="0"/>
                <xsd:element ref="ns4:Student_Groups" minOccurs="0"/>
                <xsd:element ref="ns4:Invited_Teachers" minOccurs="0"/>
                <xsd:element ref="ns4:Invited_Students" minOccurs="0"/>
                <xsd:element ref="ns4:Self_Registration_Enabled" minOccurs="0"/>
                <xsd:element ref="ns4:MediaServiceMetadata" minOccurs="0"/>
                <xsd:element ref="ns4:MediaServiceFastMetadata" minOccurs="0"/>
                <xsd:element ref="ns4:MediaServiceAutoTags" minOccurs="0"/>
                <xsd:element ref="ns4:MediaServiceDateTaken" minOccurs="0"/>
                <xsd:element ref="ns4:MediaServiceLocation" minOccurs="0"/>
                <xsd:element ref="ns4:MediaServiceOCR" minOccurs="0"/>
                <xsd:element ref="ns4:MediaServiceGenerationTime" minOccurs="0"/>
                <xsd:element ref="ns4:MediaServiceEventHashCode" minOccurs="0"/>
                <xsd:element ref="ns4:MediaServiceAutoKeyPoints" minOccurs="0"/>
                <xsd:element ref="ns4:MediaServiceKeyPoint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2339acb-e8cc-4142-9dab-9dca3e7dada8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0" nillable="true" ma:displayName="Sharing Hint Hash" ma:description="" ma:hidden="true" ma:internalName="SharingHintHash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c781de3-bafc-4db7-a392-5d8a9e9bc0f5" elementFormDefault="qualified">
    <xsd:import namespace="http://schemas.microsoft.com/office/2006/documentManagement/types"/>
    <xsd:import namespace="http://schemas.microsoft.com/office/infopath/2007/PartnerControls"/>
    <xsd:element name="NotebookType" ma:index="11" nillable="true" ma:displayName="Notebook Type" ma:internalName="NotebookType">
      <xsd:simpleType>
        <xsd:restriction base="dms:Text"/>
      </xsd:simpleType>
    </xsd:element>
    <xsd:element name="FolderType" ma:index="12" nillable="true" ma:displayName="Folder Type" ma:internalName="FolderType">
      <xsd:simpleType>
        <xsd:restriction base="dms:Text"/>
      </xsd:simpleType>
    </xsd:element>
    <xsd:element name="Owner" ma:index="13" nillable="true" ma:displayName="Owner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efaultSectionNames" ma:index="14" nillable="true" ma:displayName="Default Section Names" ma:internalName="DefaultSectionNames">
      <xsd:simpleType>
        <xsd:restriction base="dms:Note">
          <xsd:maxLength value="255"/>
        </xsd:restriction>
      </xsd:simpleType>
    </xsd:element>
    <xsd:element name="AppVersion" ma:index="15" nillable="true" ma:displayName="App Version" ma:internalName="AppVersion">
      <xsd:simpleType>
        <xsd:restriction base="dms:Text"/>
      </xsd:simpleType>
    </xsd:element>
    <xsd:element name="Teachers" ma:index="16" nillable="true" ma:displayName="Teachers" ma:internalName="Teach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s" ma:index="17" nillable="true" ma:displayName="Students" ma:internalName="Student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_Groups" ma:index="18" nillable="true" ma:displayName="Student Groups" ma:internalName="Student_Group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Invited_Teachers" ma:index="19" nillable="true" ma:displayName="Invited Teachers" ma:internalName="Invited_Teachers">
      <xsd:simpleType>
        <xsd:restriction base="dms:Note">
          <xsd:maxLength value="255"/>
        </xsd:restriction>
      </xsd:simpleType>
    </xsd:element>
    <xsd:element name="Invited_Students" ma:index="20" nillable="true" ma:displayName="Invited Students" ma:internalName="Invited_Students">
      <xsd:simpleType>
        <xsd:restriction base="dms:Note">
          <xsd:maxLength value="255"/>
        </xsd:restriction>
      </xsd:simpleType>
    </xsd:element>
    <xsd:element name="Self_Registration_Enabled" ma:index="21" nillable="true" ma:displayName="Self_Registration_Enabled" ma:internalName="Self_Registration_Enabled">
      <xsd:simpleType>
        <xsd:restriction base="dms:Boolean"/>
      </xsd:simpleType>
    </xsd:element>
    <xsd:element name="MediaServiceMetadata" ma:index="22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23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AutoTags" ma:index="24" nillable="true" ma:displayName="MediaServiceAutoTags" ma:description="" ma:internalName="MediaServiceAutoTags" ma:readOnly="true">
      <xsd:simpleType>
        <xsd:restriction base="dms:Text"/>
      </xsd:simpleType>
    </xsd:element>
    <xsd:element name="MediaServiceDateTaken" ma:index="25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26" nillable="true" ma:displayName="MediaServiceLocation" ma:internalName="MediaServiceLocation" ma:readOnly="true">
      <xsd:simpleType>
        <xsd:restriction base="dms:Text"/>
      </xsd:simpleType>
    </xsd:element>
    <xsd:element name="MediaServiceOCR" ma:index="27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2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3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3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NotebookType xmlns="dc781de3-bafc-4db7-a392-5d8a9e9bc0f5" xsi:nil="true"/>
    <Invited_Students xmlns="dc781de3-bafc-4db7-a392-5d8a9e9bc0f5" xsi:nil="true"/>
    <FolderType xmlns="dc781de3-bafc-4db7-a392-5d8a9e9bc0f5" xsi:nil="true"/>
    <Owner xmlns="dc781de3-bafc-4db7-a392-5d8a9e9bc0f5">
      <UserInfo>
        <DisplayName/>
        <AccountId xsi:nil="true"/>
        <AccountType/>
      </UserInfo>
    </Owner>
    <AppVersion xmlns="dc781de3-bafc-4db7-a392-5d8a9e9bc0f5" xsi:nil="true"/>
    <DefaultSectionNames xmlns="dc781de3-bafc-4db7-a392-5d8a9e9bc0f5" xsi:nil="true"/>
    <Teachers xmlns="dc781de3-bafc-4db7-a392-5d8a9e9bc0f5">
      <UserInfo>
        <DisplayName/>
        <AccountId xsi:nil="true"/>
        <AccountType/>
      </UserInfo>
    </Teachers>
    <Students xmlns="dc781de3-bafc-4db7-a392-5d8a9e9bc0f5">
      <UserInfo>
        <DisplayName/>
        <AccountId xsi:nil="true"/>
        <AccountType/>
      </UserInfo>
    </Students>
    <Student_Groups xmlns="dc781de3-bafc-4db7-a392-5d8a9e9bc0f5">
      <UserInfo>
        <DisplayName/>
        <AccountId xsi:nil="true"/>
        <AccountType/>
      </UserInfo>
    </Student_Groups>
    <Invited_Teachers xmlns="dc781de3-bafc-4db7-a392-5d8a9e9bc0f5" xsi:nil="true"/>
    <Self_Registration_Enabled xmlns="dc781de3-bafc-4db7-a392-5d8a9e9bc0f5" xsi:nil="true"/>
  </documentManagement>
</p:properties>
</file>

<file path=customXml/itemProps1.xml><?xml version="1.0" encoding="utf-8"?>
<ds:datastoreItem xmlns:ds="http://schemas.openxmlformats.org/officeDocument/2006/customXml" ds:itemID="{90E91343-FC66-4181-B87C-96730933213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D556809-3C50-4FFA-808E-E6B975D9252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2339acb-e8cc-4142-9dab-9dca3e7dada8"/>
    <ds:schemaRef ds:uri="dc781de3-bafc-4db7-a392-5d8a9e9bc0f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48338919-CAB7-4AC9-BE2B-610C7C37C733}">
  <ds:schemaRefs>
    <ds:schemaRef ds:uri="http://purl.org/dc/dcmitype/"/>
    <ds:schemaRef ds:uri="http://schemas.microsoft.com/office/infopath/2007/PartnerControls"/>
    <ds:schemaRef ds:uri="http://purl.org/dc/elements/1.1/"/>
    <ds:schemaRef ds:uri="http://schemas.microsoft.com/office/2006/documentManagement/types"/>
    <ds:schemaRef ds:uri="http://purl.org/dc/terms/"/>
    <ds:schemaRef ds:uri="http://schemas.openxmlformats.org/package/2006/metadata/core-properties"/>
    <ds:schemaRef ds:uri="dc781de3-bafc-4db7-a392-5d8a9e9bc0f5"/>
    <ds:schemaRef ds:uri="72339acb-e8cc-4142-9dab-9dca3e7dada8"/>
    <ds:schemaRef ds:uri="http://schemas.microsoft.com/office/2006/metadata/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1398</TotalTime>
  <Words>374</Words>
  <Application>Microsoft Office PowerPoint</Application>
  <PresentationFormat>Custom</PresentationFormat>
  <Paragraphs>13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Quicksand</vt:lpstr>
      <vt:lpstr>Office 2013 - 2022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Jason Truscott</dc:creator>
  <cp:lastModifiedBy>(s) Corey Richardson</cp:lastModifiedBy>
  <cp:revision>9</cp:revision>
  <dcterms:created xsi:type="dcterms:W3CDTF">2021-02-16T17:14:33Z</dcterms:created>
  <dcterms:modified xsi:type="dcterms:W3CDTF">2026-03-15T19:43:54Z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0x010100183530F9ADBD1D48AC3974C37B1F16E8</vt:lpwstr>
  </property>
</Properties>
</file>